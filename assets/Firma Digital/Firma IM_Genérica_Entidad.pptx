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6"/>
  </p:notesMasterIdLst>
  <p:sldIdLst>
    <p:sldId id="258" r:id="rId5"/>
  </p:sldIdLst>
  <p:sldSz cx="12700000" cy="4813300"/>
  <p:notesSz cx="12700000" cy="48133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5B59B-3BED-42BA-ACE2-AC3BC7AA5CB3}" v="7" dt="2026-08-04T16:34:39.36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26" y="57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Ortega Macias" userId="cc69c552-68d1-4534-be7a-28c200e4039d" providerId="ADAL" clId="{B67BD3DA-52B1-4531-BC22-836A1BB7951A}"/>
    <pc:docChg chg="undo custSel addSld delSld modSld sldOrd modMainMaster">
      <pc:chgData name="Daniela Ortega Macias" userId="cc69c552-68d1-4534-be7a-28c200e4039d" providerId="ADAL" clId="{B67BD3DA-52B1-4531-BC22-836A1BB7951A}" dt="2026-08-04T16:35:05.612" v="388" actId="47"/>
      <pc:docMkLst>
        <pc:docMk/>
      </pc:docMkLst>
      <pc:sldChg chg="modSp del mod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0" sldId="256"/>
        </pc:sldMkLst>
      </pc:sldChg>
      <pc:sldChg chg="modSp del mod">
        <pc:chgData name="Daniela Ortega Macias" userId="cc69c552-68d1-4534-be7a-28c200e4039d" providerId="ADAL" clId="{B67BD3DA-52B1-4531-BC22-836A1BB7951A}" dt="2026-08-04T16:35:05.612" v="388" actId="47"/>
        <pc:sldMkLst>
          <pc:docMk/>
          <pc:sldMk cId="588411477" sldId="257"/>
        </pc:sldMkLst>
        <pc:spChg chg="mod">
          <ac:chgData name="Daniela Ortega Macias" userId="cc69c552-68d1-4534-be7a-28c200e4039d" providerId="ADAL" clId="{B67BD3DA-52B1-4531-BC22-836A1BB7951A}" dt="2026-08-04T16:30:01.285" v="347" actId="2711"/>
          <ac:spMkLst>
            <pc:docMk/>
            <pc:sldMk cId="588411477" sldId="257"/>
            <ac:spMk id="4" creationId="{3C07EDD8-6580-6D2A-2919-F0A7767D9E67}"/>
          </ac:spMkLst>
        </pc:spChg>
        <pc:spChg chg="mod">
          <ac:chgData name="Daniela Ortega Macias" userId="cc69c552-68d1-4534-be7a-28c200e4039d" providerId="ADAL" clId="{B67BD3DA-52B1-4531-BC22-836A1BB7951A}" dt="2026-08-04T16:34:39.365" v="386"/>
          <ac:spMkLst>
            <pc:docMk/>
            <pc:sldMk cId="588411477" sldId="257"/>
            <ac:spMk id="16490" creationId="{4EEB46F6-11A1-5582-2604-3BAF85C289CF}"/>
          </ac:spMkLst>
        </pc:spChg>
        <pc:spChg chg="mod">
          <ac:chgData name="Daniela Ortega Macias" userId="cc69c552-68d1-4534-be7a-28c200e4039d" providerId="ADAL" clId="{B67BD3DA-52B1-4531-BC22-836A1BB7951A}" dt="2026-08-04T16:30:01.285" v="347" actId="2711"/>
          <ac:spMkLst>
            <pc:docMk/>
            <pc:sldMk cId="588411477" sldId="257"/>
            <ac:spMk id="16491" creationId="{1D74866B-40B6-9CE4-672C-CF29E6CD3EC0}"/>
          </ac:spMkLst>
        </pc:spChg>
        <pc:spChg chg="mod">
          <ac:chgData name="Daniela Ortega Macias" userId="cc69c552-68d1-4534-be7a-28c200e4039d" providerId="ADAL" clId="{B67BD3DA-52B1-4531-BC22-836A1BB7951A}" dt="2026-08-04T16:30:01.285" v="347" actId="2711"/>
          <ac:spMkLst>
            <pc:docMk/>
            <pc:sldMk cId="588411477" sldId="257"/>
            <ac:spMk id="16492" creationId="{479C806A-704D-985E-221B-F1CAFD37A822}"/>
          </ac:spMkLst>
        </pc:spChg>
        <pc:spChg chg="mod">
          <ac:chgData name="Daniela Ortega Macias" userId="cc69c552-68d1-4534-be7a-28c200e4039d" providerId="ADAL" clId="{B67BD3DA-52B1-4531-BC22-836A1BB7951A}" dt="2026-08-04T16:30:01.285" v="347" actId="2711"/>
          <ac:spMkLst>
            <pc:docMk/>
            <pc:sldMk cId="588411477" sldId="257"/>
            <ac:spMk id="16493" creationId="{C23CE966-E505-1276-F412-791FAFA28F88}"/>
          </ac:spMkLst>
        </pc:spChg>
        <pc:spChg chg="mod">
          <ac:chgData name="Daniela Ortega Macias" userId="cc69c552-68d1-4534-be7a-28c200e4039d" providerId="ADAL" clId="{B67BD3DA-52B1-4531-BC22-836A1BB7951A}" dt="2026-08-04T16:30:01.285" v="347" actId="2711"/>
          <ac:spMkLst>
            <pc:docMk/>
            <pc:sldMk cId="588411477" sldId="257"/>
            <ac:spMk id="16494" creationId="{03616691-0AA2-0F82-B444-30D47CC8D87D}"/>
          </ac:spMkLst>
        </pc:spChg>
      </pc:sldChg>
      <pc:sldChg chg="addSp delSp modSp add mod">
        <pc:chgData name="Daniela Ortega Macias" userId="cc69c552-68d1-4534-be7a-28c200e4039d" providerId="ADAL" clId="{B67BD3DA-52B1-4531-BC22-836A1BB7951A}" dt="2026-08-04T16:34:39.365" v="386"/>
        <pc:sldMkLst>
          <pc:docMk/>
          <pc:sldMk cId="1307808378" sldId="258"/>
        </pc:sldMkLst>
        <pc:spChg chg="add mod">
          <ac:chgData name="Daniela Ortega Macias" userId="cc69c552-68d1-4534-be7a-28c200e4039d" providerId="ADAL" clId="{B67BD3DA-52B1-4531-BC22-836A1BB7951A}" dt="2026-08-04T16:31:02.841" v="366" actId="20577"/>
          <ac:spMkLst>
            <pc:docMk/>
            <pc:sldMk cId="1307808378" sldId="258"/>
            <ac:spMk id="2" creationId="{C5C60C66-6FA5-9603-6E1A-58D202355253}"/>
          </ac:spMkLst>
        </pc:spChg>
        <pc:spChg chg="add mod">
          <ac:chgData name="Daniela Ortega Macias" userId="cc69c552-68d1-4534-be7a-28c200e4039d" providerId="ADAL" clId="{B67BD3DA-52B1-4531-BC22-836A1BB7951A}" dt="2026-08-04T16:30:52.872" v="351" actId="2711"/>
          <ac:spMkLst>
            <pc:docMk/>
            <pc:sldMk cId="1307808378" sldId="258"/>
            <ac:spMk id="3" creationId="{DB093A61-E504-9540-2ED5-0EEF05D2C95D}"/>
          </ac:spMkLst>
        </pc:spChg>
        <pc:spChg chg="del">
          <ac:chgData name="Daniela Ortega Macias" userId="cc69c552-68d1-4534-be7a-28c200e4039d" providerId="ADAL" clId="{B67BD3DA-52B1-4531-BC22-836A1BB7951A}" dt="2026-08-04T16:30:48.012" v="349" actId="478"/>
          <ac:spMkLst>
            <pc:docMk/>
            <pc:sldMk cId="1307808378" sldId="258"/>
            <ac:spMk id="4" creationId="{42AA373E-BC42-A791-AB48-B3FB059482E0}"/>
          </ac:spMkLst>
        </pc:spChg>
        <pc:spChg chg="mod">
          <ac:chgData name="Daniela Ortega Macias" userId="cc69c552-68d1-4534-be7a-28c200e4039d" providerId="ADAL" clId="{B67BD3DA-52B1-4531-BC22-836A1BB7951A}" dt="2026-08-04T16:30:48.867" v="350"/>
          <ac:spMkLst>
            <pc:docMk/>
            <pc:sldMk cId="1307808378" sldId="258"/>
            <ac:spMk id="12" creationId="{D03D3B13-AC2D-ADD3-A6E6-70E693BFEAEF}"/>
          </ac:spMkLst>
        </pc:spChg>
        <pc:spChg chg="add mod">
          <ac:chgData name="Daniela Ortega Macias" userId="cc69c552-68d1-4534-be7a-28c200e4039d" providerId="ADAL" clId="{B67BD3DA-52B1-4531-BC22-836A1BB7951A}" dt="2026-08-04T16:30:48.867" v="350"/>
          <ac:spMkLst>
            <pc:docMk/>
            <pc:sldMk cId="1307808378" sldId="258"/>
            <ac:spMk id="14" creationId="{ED8D7B4B-F6FA-7E92-A8DC-1CA8647517C3}"/>
          </ac:spMkLst>
        </pc:spChg>
        <pc:spChg chg="mod">
          <ac:chgData name="Daniela Ortega Macias" userId="cc69c552-68d1-4534-be7a-28c200e4039d" providerId="ADAL" clId="{B67BD3DA-52B1-4531-BC22-836A1BB7951A}" dt="2026-08-04T16:31:14.435" v="374" actId="20577"/>
          <ac:spMkLst>
            <pc:docMk/>
            <pc:sldMk cId="1307808378" sldId="258"/>
            <ac:spMk id="16484" creationId="{807A0F5E-0B90-A7A6-2CA3-F0A15D2670A2}"/>
          </ac:spMkLst>
        </pc:spChg>
        <pc:spChg chg="mod">
          <ac:chgData name="Daniela Ortega Macias" userId="cc69c552-68d1-4534-be7a-28c200e4039d" providerId="ADAL" clId="{B67BD3DA-52B1-4531-BC22-836A1BB7951A}" dt="2026-08-04T16:34:39.365" v="386"/>
          <ac:spMkLst>
            <pc:docMk/>
            <pc:sldMk cId="1307808378" sldId="258"/>
            <ac:spMk id="16490" creationId="{9C734E03-7ECD-A7B8-45F1-9D88653188D7}"/>
          </ac:spMkLst>
        </pc:spChg>
        <pc:spChg chg="mod">
          <ac:chgData name="Daniela Ortega Macias" userId="cc69c552-68d1-4534-be7a-28c200e4039d" providerId="ADAL" clId="{B67BD3DA-52B1-4531-BC22-836A1BB7951A}" dt="2026-08-04T16:31:11.355" v="372" actId="20577"/>
          <ac:spMkLst>
            <pc:docMk/>
            <pc:sldMk cId="1307808378" sldId="258"/>
            <ac:spMk id="16494" creationId="{38433199-13B4-7F14-205A-9E440D4EC211}"/>
          </ac:spMkLst>
        </pc:spChg>
        <pc:spChg chg="mod">
          <ac:chgData name="Daniela Ortega Macias" userId="cc69c552-68d1-4534-be7a-28c200e4039d" providerId="ADAL" clId="{B67BD3DA-52B1-4531-BC22-836A1BB7951A}" dt="2026-08-04T16:31:16.858" v="380" actId="20577"/>
          <ac:spMkLst>
            <pc:docMk/>
            <pc:sldMk cId="1307808378" sldId="258"/>
            <ac:spMk id="16495" creationId="{9B05F95B-3C9C-889B-86FB-7ADF35FB0936}"/>
          </ac:spMkLst>
        </pc:spChg>
        <pc:grpChg chg="del">
          <ac:chgData name="Daniela Ortega Macias" userId="cc69c552-68d1-4534-be7a-28c200e4039d" providerId="ADAL" clId="{B67BD3DA-52B1-4531-BC22-836A1BB7951A}" dt="2026-08-04T16:30:48.012" v="349" actId="478"/>
          <ac:grpSpMkLst>
            <pc:docMk/>
            <pc:sldMk cId="1307808378" sldId="258"/>
            <ac:grpSpMk id="5" creationId="{DEFD6E57-5842-78E0-B78E-49FF61A2DFD0}"/>
          </ac:grpSpMkLst>
        </pc:grpChg>
        <pc:grpChg chg="add mod">
          <ac:chgData name="Daniela Ortega Macias" userId="cc69c552-68d1-4534-be7a-28c200e4039d" providerId="ADAL" clId="{B67BD3DA-52B1-4531-BC22-836A1BB7951A}" dt="2026-08-04T16:30:48.867" v="350"/>
          <ac:grpSpMkLst>
            <pc:docMk/>
            <pc:sldMk cId="1307808378" sldId="258"/>
            <ac:grpSpMk id="11" creationId="{A3DDBFB1-DC9F-9347-C559-12F7D6D01FB8}"/>
          </ac:grpSpMkLst>
        </pc:grpChg>
        <pc:picChg chg="mod">
          <ac:chgData name="Daniela Ortega Macias" userId="cc69c552-68d1-4534-be7a-28c200e4039d" providerId="ADAL" clId="{B67BD3DA-52B1-4531-BC22-836A1BB7951A}" dt="2026-08-04T16:30:48.867" v="350"/>
          <ac:picMkLst>
            <pc:docMk/>
            <pc:sldMk cId="1307808378" sldId="258"/>
            <ac:picMk id="13" creationId="{72F65742-4139-3C47-CB08-8EC1ED30647F}"/>
          </ac:picMkLst>
        </pc:picChg>
      </pc:sldChg>
      <pc:sldChg chg="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2470410637" sldId="258"/>
        </pc:sldMkLst>
      </pc:sldChg>
      <pc:sldChg chg="modSp add del">
        <pc:chgData name="Daniela Ortega Macias" userId="cc69c552-68d1-4534-be7a-28c200e4039d" providerId="ADAL" clId="{B67BD3DA-52B1-4531-BC22-836A1BB7951A}" dt="2026-08-04T16:35:01.260" v="387" actId="47"/>
        <pc:sldMkLst>
          <pc:docMk/>
          <pc:sldMk cId="1495353715" sldId="259"/>
        </pc:sldMkLst>
        <pc:spChg chg="mod">
          <ac:chgData name="Daniela Ortega Macias" userId="cc69c552-68d1-4534-be7a-28c200e4039d" providerId="ADAL" clId="{B67BD3DA-52B1-4531-BC22-836A1BB7951A}" dt="2026-08-04T16:34:39.365" v="386"/>
          <ac:spMkLst>
            <pc:docMk/>
            <pc:sldMk cId="1495353715" sldId="259"/>
            <ac:spMk id="16490" creationId="{70632DE4-9D31-61E0-4FFF-4126DB4EB476}"/>
          </ac:spMkLst>
        </pc:spChg>
        <pc:spChg chg="mod">
          <ac:chgData name="Daniela Ortega Macias" userId="cc69c552-68d1-4534-be7a-28c200e4039d" providerId="ADAL" clId="{B67BD3DA-52B1-4531-BC22-836A1BB7951A}" dt="2026-08-04T16:34:39.365" v="386"/>
          <ac:spMkLst>
            <pc:docMk/>
            <pc:sldMk cId="1495353715" sldId="259"/>
            <ac:spMk id="16493" creationId="{89F04504-E639-9D19-BA07-DE15B68A855A}"/>
          </ac:spMkLst>
        </pc:spChg>
      </pc:sldChg>
      <pc:sldChg chg="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2433818606" sldId="259"/>
        </pc:sldMkLst>
      </pc:sldChg>
      <pc:sldChg chg="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2334526866" sldId="260"/>
        </pc:sldMkLst>
      </pc:sldChg>
      <pc:sldChg chg="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2277599366" sldId="261"/>
        </pc:sldMkLst>
      </pc:sldChg>
      <pc:sldChg chg="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1035832801" sldId="262"/>
        </pc:sldMkLst>
      </pc:sldChg>
      <pc:sldChg chg="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3074054622" sldId="263"/>
        </pc:sldMkLst>
      </pc:sldChg>
      <pc:sldChg chg="add 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3979315299" sldId="264"/>
        </pc:sldMkLst>
      </pc:sldChg>
      <pc:sldMasterChg chg="addSp">
        <pc:chgData name="Daniela Ortega Macias" userId="cc69c552-68d1-4534-be7a-28c200e4039d" providerId="ADAL" clId="{B67BD3DA-52B1-4531-BC22-836A1BB7951A}" dt="2026-08-04T16:33:01.834" v="382"/>
        <pc:sldMasterMkLst>
          <pc:docMk/>
          <pc:sldMasterMk cId="2851025123" sldId="2147483667"/>
        </pc:sldMasterMkLst>
        <pc:picChg chg="add">
          <ac:chgData name="Daniela Ortega Macias" userId="cc69c552-68d1-4534-be7a-28c200e4039d" providerId="ADAL" clId="{B67BD3DA-52B1-4531-BC22-836A1BB7951A}" dt="2026-08-04T16:33:01.834" v="382"/>
          <ac:picMkLst>
            <pc:docMk/>
            <pc:sldMasterMk cId="2851025123" sldId="2147483667"/>
            <ac:picMk id="7" creationId="{344C8E60-ADA1-958F-8A9F-896A2A835F9F}"/>
          </ac:picMkLst>
        </pc:picChg>
      </pc:sldMasterChg>
      <pc:sldMasterChg chg="addSp delSldLayout">
        <pc:chgData name="Daniela Ortega Macias" userId="cc69c552-68d1-4534-be7a-28c200e4039d" providerId="ADAL" clId="{B67BD3DA-52B1-4531-BC22-836A1BB7951A}" dt="2026-08-04T16:35:01.260" v="387" actId="47"/>
        <pc:sldMasterMkLst>
          <pc:docMk/>
          <pc:sldMasterMk cId="3006083313" sldId="2147483675"/>
        </pc:sldMasterMkLst>
        <pc:picChg chg="add">
          <ac:chgData name="Daniela Ortega Macias" userId="cc69c552-68d1-4534-be7a-28c200e4039d" providerId="ADAL" clId="{B67BD3DA-52B1-4531-BC22-836A1BB7951A}" dt="2026-08-04T16:33:13.678" v="383"/>
          <ac:picMkLst>
            <pc:docMk/>
            <pc:sldMasterMk cId="3006083313" sldId="2147483675"/>
            <ac:picMk id="7" creationId="{41E4D88E-D133-E7F0-14CC-D370E7609BD6}"/>
          </ac:picMkLst>
        </pc:picChg>
        <pc:sldLayoutChg chg="del">
          <pc:chgData name="Daniela Ortega Macias" userId="cc69c552-68d1-4534-be7a-28c200e4039d" providerId="ADAL" clId="{B67BD3DA-52B1-4531-BC22-836A1BB7951A}" dt="2026-08-04T16:35:01.260" v="387" actId="47"/>
          <pc:sldLayoutMkLst>
            <pc:docMk/>
            <pc:sldMasterMk cId="3006083313" sldId="2147483675"/>
            <pc:sldLayoutMk cId="1144053715" sldId="2147483682"/>
          </pc:sldLayoutMkLst>
        </pc:sldLayoutChg>
      </pc:sldMasterChg>
      <pc:sldMasterChg chg="addSp">
        <pc:chgData name="Daniela Ortega Macias" userId="cc69c552-68d1-4534-be7a-28c200e4039d" providerId="ADAL" clId="{B67BD3DA-52B1-4531-BC22-836A1BB7951A}" dt="2026-08-04T16:34:36.238" v="385"/>
        <pc:sldMasterMkLst>
          <pc:docMk/>
          <pc:sldMasterMk cId="694389207" sldId="2147483683"/>
        </pc:sldMasterMkLst>
        <pc:picChg chg="add">
          <ac:chgData name="Daniela Ortega Macias" userId="cc69c552-68d1-4534-be7a-28c200e4039d" providerId="ADAL" clId="{B67BD3DA-52B1-4531-BC22-836A1BB7951A}" dt="2026-08-04T16:34:36.238" v="385"/>
          <ac:picMkLst>
            <pc:docMk/>
            <pc:sldMasterMk cId="694389207" sldId="2147483683"/>
            <ac:picMk id="7" creationId="{FC860918-7118-D282-93D8-D94AF7BB7D18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503863" cy="241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7192963" y="0"/>
            <a:ext cx="5503862" cy="241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2636B-E196-4A6D-8098-4C91CCC4913D}" type="datetimeFigureOut">
              <a:rPr lang="es-CO" smtClean="0"/>
              <a:t>4/08/2026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06875" y="601663"/>
            <a:ext cx="4286250" cy="16240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70000" y="2316163"/>
            <a:ext cx="10160000" cy="18954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572000"/>
            <a:ext cx="5503863" cy="241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7192963" y="4572000"/>
            <a:ext cx="5503862" cy="241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89134-2E65-47F5-A71A-141EBA0F87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7145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s-CO"/>
              <a:t>601 8766500 Ext. </a:t>
            </a:r>
            <a:r>
              <a:rPr lang="es-CO" spc="-5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s-MX" spc="-10"/>
              <a:t>Comunícate</a:t>
            </a:r>
            <a:r>
              <a:rPr lang="es-MX" spc="-20"/>
              <a:t> </a:t>
            </a:r>
            <a:r>
              <a:rPr lang="es-MX"/>
              <a:t>con</a:t>
            </a:r>
            <a:r>
              <a:rPr lang="es-MX" spc="-15"/>
              <a:t> </a:t>
            </a:r>
            <a:r>
              <a:rPr lang="es-MX"/>
              <a:t>nuestras</a:t>
            </a:r>
            <a:r>
              <a:rPr lang="es-MX" spc="-15"/>
              <a:t> </a:t>
            </a:r>
            <a:r>
              <a:rPr lang="es-MX"/>
              <a:t>líneas</a:t>
            </a:r>
            <a:r>
              <a:rPr lang="es-MX" spc="-15"/>
              <a:t> </a:t>
            </a:r>
            <a:r>
              <a:rPr lang="es-MX"/>
              <a:t>de</a:t>
            </a:r>
            <a:r>
              <a:rPr lang="es-MX" spc="-20"/>
              <a:t> </a:t>
            </a:r>
            <a:r>
              <a:rPr lang="es-MX"/>
              <a:t>atención</a:t>
            </a:r>
            <a:r>
              <a:rPr lang="es-MX" spc="-15"/>
              <a:t> </a:t>
            </a:r>
            <a:r>
              <a:rPr lang="es-MX"/>
              <a:t>al</a:t>
            </a:r>
            <a:r>
              <a:rPr lang="es-MX" spc="-15"/>
              <a:t> </a:t>
            </a:r>
            <a:r>
              <a:rPr lang="es-MX" spc="-10"/>
              <a:t>cliente: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6726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Bebas Neue Bold"/>
                <a:cs typeface="Bebas Neue Bold"/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s-CO"/>
              <a:t>601 8766500 Ext. </a:t>
            </a:r>
            <a:r>
              <a:rPr lang="es-CO" spc="-5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s-MX" spc="-10"/>
              <a:t>Comunícate</a:t>
            </a:r>
            <a:r>
              <a:rPr lang="es-MX" spc="-20"/>
              <a:t> </a:t>
            </a:r>
            <a:r>
              <a:rPr lang="es-MX"/>
              <a:t>con</a:t>
            </a:r>
            <a:r>
              <a:rPr lang="es-MX" spc="-15"/>
              <a:t> </a:t>
            </a:r>
            <a:r>
              <a:rPr lang="es-MX"/>
              <a:t>nuestras</a:t>
            </a:r>
            <a:r>
              <a:rPr lang="es-MX" spc="-15"/>
              <a:t> </a:t>
            </a:r>
            <a:r>
              <a:rPr lang="es-MX"/>
              <a:t>líneas</a:t>
            </a:r>
            <a:r>
              <a:rPr lang="es-MX" spc="-15"/>
              <a:t> </a:t>
            </a:r>
            <a:r>
              <a:rPr lang="es-MX"/>
              <a:t>de</a:t>
            </a:r>
            <a:r>
              <a:rPr lang="es-MX" spc="-20"/>
              <a:t> </a:t>
            </a:r>
            <a:r>
              <a:rPr lang="es-MX"/>
              <a:t>atención</a:t>
            </a:r>
            <a:r>
              <a:rPr lang="es-MX" spc="-15"/>
              <a:t> </a:t>
            </a:r>
            <a:r>
              <a:rPr lang="es-MX"/>
              <a:t>al</a:t>
            </a:r>
            <a:r>
              <a:rPr lang="es-MX" spc="-15"/>
              <a:t> </a:t>
            </a:r>
            <a:r>
              <a:rPr lang="es-MX" spc="-10"/>
              <a:t>cliente: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05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Bebas Neue Bold"/>
                <a:cs typeface="Bebas Neue Bold"/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35000" y="1107059"/>
            <a:ext cx="5524500" cy="31767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40500" y="1107059"/>
            <a:ext cx="5524500" cy="31767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s-CO"/>
              <a:t>601 8766500 Ext. </a:t>
            </a:r>
            <a:r>
              <a:rPr lang="es-CO" spc="-50"/>
              <a:t>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s-MX" spc="-10"/>
              <a:t>Comunícate</a:t>
            </a:r>
            <a:r>
              <a:rPr lang="es-MX" spc="-20"/>
              <a:t> </a:t>
            </a:r>
            <a:r>
              <a:rPr lang="es-MX"/>
              <a:t>con</a:t>
            </a:r>
            <a:r>
              <a:rPr lang="es-MX" spc="-15"/>
              <a:t> </a:t>
            </a:r>
            <a:r>
              <a:rPr lang="es-MX"/>
              <a:t>nuestras</a:t>
            </a:r>
            <a:r>
              <a:rPr lang="es-MX" spc="-15"/>
              <a:t> </a:t>
            </a:r>
            <a:r>
              <a:rPr lang="es-MX"/>
              <a:t>líneas</a:t>
            </a:r>
            <a:r>
              <a:rPr lang="es-MX" spc="-15"/>
              <a:t> </a:t>
            </a:r>
            <a:r>
              <a:rPr lang="es-MX"/>
              <a:t>de</a:t>
            </a:r>
            <a:r>
              <a:rPr lang="es-MX" spc="-20"/>
              <a:t> </a:t>
            </a:r>
            <a:r>
              <a:rPr lang="es-MX"/>
              <a:t>atención</a:t>
            </a:r>
            <a:r>
              <a:rPr lang="es-MX" spc="-15"/>
              <a:t> </a:t>
            </a:r>
            <a:r>
              <a:rPr lang="es-MX"/>
              <a:t>al</a:t>
            </a:r>
            <a:r>
              <a:rPr lang="es-MX" spc="-15"/>
              <a:t> </a:t>
            </a:r>
            <a:r>
              <a:rPr lang="es-MX" spc="-10"/>
              <a:t>cliente: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2096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Bebas Neue Bold"/>
                <a:cs typeface="Bebas Neue Bold"/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s-CO"/>
              <a:t>601 8766500 Ext. </a:t>
            </a:r>
            <a:r>
              <a:rPr lang="es-CO" spc="-50"/>
              <a:t>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s-MX" spc="-10"/>
              <a:t>Comunícate</a:t>
            </a:r>
            <a:r>
              <a:rPr lang="es-MX" spc="-20"/>
              <a:t> </a:t>
            </a:r>
            <a:r>
              <a:rPr lang="es-MX"/>
              <a:t>con</a:t>
            </a:r>
            <a:r>
              <a:rPr lang="es-MX" spc="-15"/>
              <a:t> </a:t>
            </a:r>
            <a:r>
              <a:rPr lang="es-MX"/>
              <a:t>nuestras</a:t>
            </a:r>
            <a:r>
              <a:rPr lang="es-MX" spc="-15"/>
              <a:t> </a:t>
            </a:r>
            <a:r>
              <a:rPr lang="es-MX"/>
              <a:t>líneas</a:t>
            </a:r>
            <a:r>
              <a:rPr lang="es-MX" spc="-15"/>
              <a:t> </a:t>
            </a:r>
            <a:r>
              <a:rPr lang="es-MX"/>
              <a:t>de</a:t>
            </a:r>
            <a:r>
              <a:rPr lang="es-MX" spc="-20"/>
              <a:t> </a:t>
            </a:r>
            <a:r>
              <a:rPr lang="es-MX"/>
              <a:t>atención</a:t>
            </a:r>
            <a:r>
              <a:rPr lang="es-MX" spc="-15"/>
              <a:t> </a:t>
            </a:r>
            <a:r>
              <a:rPr lang="es-MX"/>
              <a:t>al</a:t>
            </a:r>
            <a:r>
              <a:rPr lang="es-MX" spc="-15"/>
              <a:t> </a:t>
            </a:r>
            <a:r>
              <a:rPr lang="es-MX" spc="-10"/>
              <a:t>cliente: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5342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s-CO"/>
              <a:t>601 8766500 Ext. </a:t>
            </a:r>
            <a:r>
              <a:rPr lang="es-CO" spc="-50"/>
              <a:t>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s-MX" spc="-10"/>
              <a:t>Comunícate</a:t>
            </a:r>
            <a:r>
              <a:rPr lang="es-MX" spc="-20"/>
              <a:t> </a:t>
            </a:r>
            <a:r>
              <a:rPr lang="es-MX"/>
              <a:t>con</a:t>
            </a:r>
            <a:r>
              <a:rPr lang="es-MX" spc="-15"/>
              <a:t> </a:t>
            </a:r>
            <a:r>
              <a:rPr lang="es-MX"/>
              <a:t>nuestras</a:t>
            </a:r>
            <a:r>
              <a:rPr lang="es-MX" spc="-15"/>
              <a:t> </a:t>
            </a:r>
            <a:r>
              <a:rPr lang="es-MX"/>
              <a:t>líneas</a:t>
            </a:r>
            <a:r>
              <a:rPr lang="es-MX" spc="-15"/>
              <a:t> </a:t>
            </a:r>
            <a:r>
              <a:rPr lang="es-MX"/>
              <a:t>de</a:t>
            </a:r>
            <a:r>
              <a:rPr lang="es-MX" spc="-20"/>
              <a:t> </a:t>
            </a:r>
            <a:r>
              <a:rPr lang="es-MX"/>
              <a:t>atención</a:t>
            </a:r>
            <a:r>
              <a:rPr lang="es-MX" spc="-15"/>
              <a:t> </a:t>
            </a:r>
            <a:r>
              <a:rPr lang="es-MX"/>
              <a:t>al</a:t>
            </a:r>
            <a:r>
              <a:rPr lang="es-MX" spc="-15"/>
              <a:t> </a:t>
            </a:r>
            <a:r>
              <a:rPr lang="es-MX" spc="-10"/>
              <a:t>cliente: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084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2500" y="1492123"/>
            <a:ext cx="10795000" cy="1010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Bebas Neue Bold"/>
                <a:cs typeface="Bebas Neu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05000" y="2695448"/>
            <a:ext cx="8890000" cy="1203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t>601 8766500 Ext. </a:t>
            </a:r>
            <a:r>
              <a:rPr spc="-5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/>
              <a:t>Comunícate</a:t>
            </a:r>
            <a:r>
              <a:rPr spc="-20"/>
              <a:t> </a:t>
            </a:r>
            <a:r>
              <a:t>con</a:t>
            </a:r>
            <a:r>
              <a:rPr spc="-15"/>
              <a:t> </a:t>
            </a:r>
            <a:r>
              <a:t>nuestras</a:t>
            </a:r>
            <a:r>
              <a:rPr spc="-15"/>
              <a:t> </a:t>
            </a:r>
            <a:r>
              <a:t>líneas</a:t>
            </a:r>
            <a:r>
              <a:rPr spc="-15"/>
              <a:t> </a:t>
            </a:r>
            <a:r>
              <a:t>de</a:t>
            </a:r>
            <a:r>
              <a:rPr spc="-20"/>
              <a:t> </a:t>
            </a:r>
            <a:r>
              <a:t>atención</a:t>
            </a:r>
            <a:r>
              <a:rPr spc="-15"/>
              <a:t> </a:t>
            </a:r>
            <a:r>
              <a:t>al</a:t>
            </a:r>
            <a:r>
              <a:rPr spc="-15"/>
              <a:t> </a:t>
            </a:r>
            <a:r>
              <a:rPr spc="-10"/>
              <a:t>cliente: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D629D6A-4DBC-6945-C34D-F9B3DA4E6B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7000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3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53681" y="711137"/>
            <a:ext cx="441452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Bebas Neue Bold"/>
                <a:cs typeface="Bebas Neu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53681" y="1426860"/>
            <a:ext cx="5859780" cy="1365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57945" y="4164094"/>
            <a:ext cx="1634489" cy="255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s-CO"/>
              <a:t>601 8766500 Ext. </a:t>
            </a:r>
            <a:r>
              <a:rPr lang="es-CO" spc="-5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020086" y="3812594"/>
            <a:ext cx="4268470" cy="231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s-MX" spc="-10"/>
              <a:t>Comunícate</a:t>
            </a:r>
            <a:r>
              <a:rPr lang="es-MX" spc="-20"/>
              <a:t> </a:t>
            </a:r>
            <a:r>
              <a:rPr lang="es-MX"/>
              <a:t>con</a:t>
            </a:r>
            <a:r>
              <a:rPr lang="es-MX" spc="-15"/>
              <a:t> </a:t>
            </a:r>
            <a:r>
              <a:rPr lang="es-MX"/>
              <a:t>nuestras</a:t>
            </a:r>
            <a:r>
              <a:rPr lang="es-MX" spc="-15"/>
              <a:t> </a:t>
            </a:r>
            <a:r>
              <a:rPr lang="es-MX"/>
              <a:t>líneas</a:t>
            </a:r>
            <a:r>
              <a:rPr lang="es-MX" spc="-15"/>
              <a:t> </a:t>
            </a:r>
            <a:r>
              <a:rPr lang="es-MX"/>
              <a:t>de</a:t>
            </a:r>
            <a:r>
              <a:rPr lang="es-MX" spc="-20"/>
              <a:t> </a:t>
            </a:r>
            <a:r>
              <a:rPr lang="es-MX"/>
              <a:t>atención</a:t>
            </a:r>
            <a:r>
              <a:rPr lang="es-MX" spc="-15"/>
              <a:t> </a:t>
            </a:r>
            <a:r>
              <a:rPr lang="es-MX"/>
              <a:t>al</a:t>
            </a:r>
            <a:r>
              <a:rPr lang="es-MX" spc="-15"/>
              <a:t> </a:t>
            </a:r>
            <a:r>
              <a:rPr lang="es-MX" spc="-10"/>
              <a:t>cliente: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44000" y="4476369"/>
            <a:ext cx="2921000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1E4D88E-D133-E7F0-14CC-D370E7609BD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7000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083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servicioalcliente@impresistem.com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ED078-63E4-A694-C64C-BA8A78073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>
            <a:extLst>
              <a:ext uri="{FF2B5EF4-FFF2-40B4-BE49-F238E27FC236}">
                <a16:creationId xmlns:a16="http://schemas.microsoft.com/office/drawing/2014/main" id="{0C2E2507-77C0-EBD9-25B3-03B4683358FB}"/>
              </a:ext>
            </a:extLst>
          </p:cNvPr>
          <p:cNvGrpSpPr/>
          <p:nvPr/>
        </p:nvGrpSpPr>
        <p:grpSpPr>
          <a:xfrm>
            <a:off x="4685555" y="2249065"/>
            <a:ext cx="5974715" cy="11430"/>
            <a:chOff x="4685555" y="2249065"/>
            <a:chExt cx="5974715" cy="1143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3DAEEB5-BF64-09F6-5219-E5EAFA39DDA5}"/>
                </a:ext>
              </a:extLst>
            </p:cNvPr>
            <p:cNvSpPr/>
            <p:nvPr/>
          </p:nvSpPr>
          <p:spPr>
            <a:xfrm>
              <a:off x="4685555" y="2254558"/>
              <a:ext cx="5974715" cy="0"/>
            </a:xfrm>
            <a:custGeom>
              <a:avLst/>
              <a:gdLst/>
              <a:ahLst/>
              <a:cxnLst/>
              <a:rect l="l" t="t" r="r" b="b"/>
              <a:pathLst>
                <a:path w="5974715">
                  <a:moveTo>
                    <a:pt x="59742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34E798F0-A839-A40B-9F3D-AC2BD0ED09FC}"/>
                </a:ext>
              </a:extLst>
            </p:cNvPr>
            <p:cNvSpPr/>
            <p:nvPr/>
          </p:nvSpPr>
          <p:spPr>
            <a:xfrm>
              <a:off x="4685555" y="2254558"/>
              <a:ext cx="5974715" cy="0"/>
            </a:xfrm>
            <a:custGeom>
              <a:avLst/>
              <a:gdLst/>
              <a:ahLst/>
              <a:cxnLst/>
              <a:rect l="l" t="t" r="r" b="b"/>
              <a:pathLst>
                <a:path w="5974715">
                  <a:moveTo>
                    <a:pt x="0" y="0"/>
                  </a:moveTo>
                  <a:lnTo>
                    <a:pt x="5974270" y="0"/>
                  </a:lnTo>
                </a:path>
              </a:pathLst>
            </a:custGeom>
            <a:ln w="109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85" name="object 16485">
            <a:extLst>
              <a:ext uri="{FF2B5EF4-FFF2-40B4-BE49-F238E27FC236}">
                <a16:creationId xmlns:a16="http://schemas.microsoft.com/office/drawing/2014/main" id="{8729270A-486A-9270-1835-1A8A72F28618}"/>
              </a:ext>
            </a:extLst>
          </p:cNvPr>
          <p:cNvSpPr/>
          <p:nvPr/>
        </p:nvSpPr>
        <p:spPr>
          <a:xfrm>
            <a:off x="4672540" y="2561068"/>
            <a:ext cx="278130" cy="193675"/>
          </a:xfrm>
          <a:custGeom>
            <a:avLst/>
            <a:gdLst/>
            <a:ahLst/>
            <a:cxnLst/>
            <a:rect l="l" t="t" r="r" b="b"/>
            <a:pathLst>
              <a:path w="278129" h="193675">
                <a:moveTo>
                  <a:pt x="253516" y="0"/>
                </a:moveTo>
                <a:lnTo>
                  <a:pt x="21487" y="317"/>
                </a:lnTo>
                <a:lnTo>
                  <a:pt x="8" y="59301"/>
                </a:lnTo>
                <a:lnTo>
                  <a:pt x="0" y="59548"/>
                </a:lnTo>
                <a:lnTo>
                  <a:pt x="909" y="96431"/>
                </a:lnTo>
                <a:lnTo>
                  <a:pt x="2019" y="134004"/>
                </a:lnTo>
                <a:lnTo>
                  <a:pt x="1964" y="138785"/>
                </a:lnTo>
                <a:lnTo>
                  <a:pt x="1446" y="165646"/>
                </a:lnTo>
                <a:lnTo>
                  <a:pt x="1332" y="171538"/>
                </a:lnTo>
                <a:lnTo>
                  <a:pt x="3703" y="179963"/>
                </a:lnTo>
                <a:lnTo>
                  <a:pt x="8777" y="186883"/>
                </a:lnTo>
                <a:lnTo>
                  <a:pt x="15894" y="191655"/>
                </a:lnTo>
                <a:lnTo>
                  <a:pt x="24395" y="193636"/>
                </a:lnTo>
                <a:lnTo>
                  <a:pt x="253516" y="193636"/>
                </a:lnTo>
                <a:lnTo>
                  <a:pt x="261777" y="191655"/>
                </a:lnTo>
                <a:lnTo>
                  <a:pt x="262113" y="191655"/>
                </a:lnTo>
                <a:lnTo>
                  <a:pt x="269535" y="186499"/>
                </a:lnTo>
                <a:lnTo>
                  <a:pt x="274549" y="179256"/>
                </a:lnTo>
                <a:lnTo>
                  <a:pt x="274974" y="177469"/>
                </a:lnTo>
                <a:lnTo>
                  <a:pt x="29272" y="177469"/>
                </a:lnTo>
                <a:lnTo>
                  <a:pt x="41176" y="165646"/>
                </a:lnTo>
                <a:lnTo>
                  <a:pt x="17448" y="165646"/>
                </a:lnTo>
                <a:lnTo>
                  <a:pt x="17448" y="28003"/>
                </a:lnTo>
                <a:lnTo>
                  <a:pt x="41036" y="28003"/>
                </a:lnTo>
                <a:lnTo>
                  <a:pt x="29272" y="16167"/>
                </a:lnTo>
                <a:lnTo>
                  <a:pt x="274867" y="16167"/>
                </a:lnTo>
                <a:lnTo>
                  <a:pt x="274372" y="14214"/>
                </a:lnTo>
                <a:lnTo>
                  <a:pt x="269502" y="7062"/>
                </a:lnTo>
                <a:lnTo>
                  <a:pt x="262417" y="2161"/>
                </a:lnTo>
                <a:lnTo>
                  <a:pt x="253516" y="0"/>
                </a:lnTo>
                <a:close/>
              </a:path>
              <a:path w="278129" h="193675">
                <a:moveTo>
                  <a:pt x="203298" y="108724"/>
                </a:moveTo>
                <a:lnTo>
                  <a:pt x="180211" y="108724"/>
                </a:lnTo>
                <a:lnTo>
                  <a:pt x="248639" y="177469"/>
                </a:lnTo>
                <a:lnTo>
                  <a:pt x="274974" y="177469"/>
                </a:lnTo>
                <a:lnTo>
                  <a:pt x="276630" y="170522"/>
                </a:lnTo>
                <a:lnTo>
                  <a:pt x="276530" y="165646"/>
                </a:lnTo>
                <a:lnTo>
                  <a:pt x="260463" y="165646"/>
                </a:lnTo>
                <a:lnTo>
                  <a:pt x="203298" y="108724"/>
                </a:lnTo>
                <a:close/>
              </a:path>
              <a:path w="278129" h="193675">
                <a:moveTo>
                  <a:pt x="41036" y="28003"/>
                </a:moveTo>
                <a:lnTo>
                  <a:pt x="17448" y="28003"/>
                </a:lnTo>
                <a:lnTo>
                  <a:pt x="86193" y="96431"/>
                </a:lnTo>
                <a:lnTo>
                  <a:pt x="17448" y="165646"/>
                </a:lnTo>
                <a:lnTo>
                  <a:pt x="41176" y="165646"/>
                </a:lnTo>
                <a:lnTo>
                  <a:pt x="98487" y="108724"/>
                </a:lnTo>
                <a:lnTo>
                  <a:pt x="121263" y="108724"/>
                </a:lnTo>
                <a:lnTo>
                  <a:pt x="41036" y="28003"/>
                </a:lnTo>
                <a:close/>
              </a:path>
              <a:path w="278129" h="193675">
                <a:moveTo>
                  <a:pt x="276800" y="28003"/>
                </a:moveTo>
                <a:lnTo>
                  <a:pt x="260463" y="28003"/>
                </a:lnTo>
                <a:lnTo>
                  <a:pt x="260463" y="165646"/>
                </a:lnTo>
                <a:lnTo>
                  <a:pt x="276530" y="165646"/>
                </a:lnTo>
                <a:lnTo>
                  <a:pt x="275978" y="138785"/>
                </a:lnTo>
                <a:lnTo>
                  <a:pt x="275880" y="134004"/>
                </a:lnTo>
                <a:lnTo>
                  <a:pt x="276955" y="97205"/>
                </a:lnTo>
                <a:lnTo>
                  <a:pt x="277888" y="59548"/>
                </a:lnTo>
                <a:lnTo>
                  <a:pt x="277894" y="59301"/>
                </a:lnTo>
                <a:lnTo>
                  <a:pt x="276800" y="28003"/>
                </a:lnTo>
                <a:close/>
              </a:path>
              <a:path w="278129" h="193675">
                <a:moveTo>
                  <a:pt x="121263" y="108724"/>
                </a:moveTo>
                <a:lnTo>
                  <a:pt x="98487" y="108724"/>
                </a:lnTo>
                <a:lnTo>
                  <a:pt x="107496" y="117331"/>
                </a:lnTo>
                <a:lnTo>
                  <a:pt x="116766" y="127174"/>
                </a:lnTo>
                <a:lnTo>
                  <a:pt x="126864" y="135286"/>
                </a:lnTo>
                <a:lnTo>
                  <a:pt x="138466" y="138785"/>
                </a:lnTo>
                <a:lnTo>
                  <a:pt x="150781" y="135456"/>
                </a:lnTo>
                <a:lnTo>
                  <a:pt x="161096" y="127174"/>
                </a:lnTo>
                <a:lnTo>
                  <a:pt x="164716" y="123342"/>
                </a:lnTo>
                <a:lnTo>
                  <a:pt x="136447" y="123342"/>
                </a:lnTo>
                <a:lnTo>
                  <a:pt x="132459" y="119989"/>
                </a:lnTo>
                <a:lnTo>
                  <a:pt x="121263" y="108724"/>
                </a:lnTo>
                <a:close/>
              </a:path>
              <a:path w="278129" h="193675">
                <a:moveTo>
                  <a:pt x="274867" y="16167"/>
                </a:moveTo>
                <a:lnTo>
                  <a:pt x="248639" y="16167"/>
                </a:lnTo>
                <a:lnTo>
                  <a:pt x="145451" y="119989"/>
                </a:lnTo>
                <a:lnTo>
                  <a:pt x="141474" y="123342"/>
                </a:lnTo>
                <a:lnTo>
                  <a:pt x="164716" y="123342"/>
                </a:lnTo>
                <a:lnTo>
                  <a:pt x="170533" y="117182"/>
                </a:lnTo>
                <a:lnTo>
                  <a:pt x="180211" y="108724"/>
                </a:lnTo>
                <a:lnTo>
                  <a:pt x="203298" y="108724"/>
                </a:lnTo>
                <a:lnTo>
                  <a:pt x="191730" y="97205"/>
                </a:lnTo>
                <a:lnTo>
                  <a:pt x="260463" y="28003"/>
                </a:lnTo>
                <a:lnTo>
                  <a:pt x="276800" y="28003"/>
                </a:lnTo>
                <a:lnTo>
                  <a:pt x="276630" y="23126"/>
                </a:lnTo>
                <a:lnTo>
                  <a:pt x="274867" y="16167"/>
                </a:lnTo>
                <a:close/>
              </a:path>
            </a:pathLst>
          </a:custGeom>
          <a:solidFill>
            <a:srgbClr val="002E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93" name="object 16493">
            <a:extLst>
              <a:ext uri="{FF2B5EF4-FFF2-40B4-BE49-F238E27FC236}">
                <a16:creationId xmlns:a16="http://schemas.microsoft.com/office/drawing/2014/main" id="{FB3D1956-3B44-E20C-0B84-9E7BF4EAD5E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357945" y="4164094"/>
            <a:ext cx="1634489" cy="235321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>
                <a:latin typeface="Unageo light" pitchFamily="2" charset="0"/>
              </a:rPr>
              <a:t>601 8766500 Ext. </a:t>
            </a:r>
            <a:r>
              <a:rPr spc="-50">
                <a:latin typeface="Unageo light" pitchFamily="2" charset="0"/>
              </a:rPr>
              <a:t>2</a:t>
            </a:r>
          </a:p>
        </p:txBody>
      </p:sp>
      <p:sp>
        <p:nvSpPr>
          <p:cNvPr id="16490" name="object 16490">
            <a:extLst>
              <a:ext uri="{FF2B5EF4-FFF2-40B4-BE49-F238E27FC236}">
                <a16:creationId xmlns:a16="http://schemas.microsoft.com/office/drawing/2014/main" id="{9C734E03-7ECD-A7B8-45F1-9D88653188D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/>
              <a:t>Comunícate</a:t>
            </a:r>
            <a:r>
              <a:rPr spc="-20"/>
              <a:t> </a:t>
            </a:r>
            <a:r>
              <a:t>con</a:t>
            </a:r>
            <a:r>
              <a:rPr spc="-15"/>
              <a:t> </a:t>
            </a:r>
            <a:r>
              <a:t>nuestras</a:t>
            </a:r>
            <a:r>
              <a:rPr spc="-15"/>
              <a:t> </a:t>
            </a:r>
            <a:r>
              <a:t>líneas</a:t>
            </a:r>
            <a:r>
              <a:rPr spc="-15"/>
              <a:t> </a:t>
            </a:r>
            <a:r>
              <a:t>de</a:t>
            </a:r>
            <a:r>
              <a:rPr spc="-20"/>
              <a:t> </a:t>
            </a:r>
            <a:r>
              <a:t>atención</a:t>
            </a:r>
            <a:r>
              <a:rPr spc="-15"/>
              <a:t> </a:t>
            </a:r>
            <a:r>
              <a:t>al</a:t>
            </a:r>
            <a:r>
              <a:rPr spc="-15"/>
              <a:t> </a:t>
            </a:r>
            <a:r>
              <a:rPr spc="-10"/>
              <a:t>cliente:</a:t>
            </a:r>
          </a:p>
        </p:txBody>
      </p:sp>
      <p:sp>
        <p:nvSpPr>
          <p:cNvPr id="16491" name="object 16491">
            <a:extLst>
              <a:ext uri="{FF2B5EF4-FFF2-40B4-BE49-F238E27FC236}">
                <a16:creationId xmlns:a16="http://schemas.microsoft.com/office/drawing/2014/main" id="{723FE944-17B8-AB9B-C5F6-9AFEB1193345}"/>
              </a:ext>
            </a:extLst>
          </p:cNvPr>
          <p:cNvSpPr txBox="1"/>
          <p:nvPr/>
        </p:nvSpPr>
        <p:spPr>
          <a:xfrm>
            <a:off x="4697623" y="4152356"/>
            <a:ext cx="3014980" cy="235321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00" b="0" spc="-10">
                <a:solidFill>
                  <a:schemeClr val="bg1"/>
                </a:solidFill>
                <a:latin typeface="Unageo light" pitchFamily="2" charset="0"/>
                <a:cs typeface="Unage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servicioalcliente@impresistem.com</a:t>
            </a:r>
            <a:endParaRPr sz="1500">
              <a:solidFill>
                <a:schemeClr val="bg1"/>
              </a:solidFill>
              <a:latin typeface="Unageo light" pitchFamily="2" charset="0"/>
              <a:cs typeface="Unageo"/>
            </a:endParaRPr>
          </a:p>
        </p:txBody>
      </p:sp>
      <p:sp>
        <p:nvSpPr>
          <p:cNvPr id="16492" name="object 16492">
            <a:extLst>
              <a:ext uri="{FF2B5EF4-FFF2-40B4-BE49-F238E27FC236}">
                <a16:creationId xmlns:a16="http://schemas.microsoft.com/office/drawing/2014/main" id="{834C45AB-8AAD-9540-A3C3-DD9C8CC4A770}"/>
              </a:ext>
            </a:extLst>
          </p:cNvPr>
          <p:cNvSpPr txBox="1"/>
          <p:nvPr/>
        </p:nvSpPr>
        <p:spPr>
          <a:xfrm>
            <a:off x="8583198" y="4158683"/>
            <a:ext cx="2157730" cy="235321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00" b="0">
                <a:solidFill>
                  <a:srgbClr val="FFFFFF"/>
                </a:solidFill>
                <a:latin typeface="Unageo light" pitchFamily="2" charset="0"/>
                <a:cs typeface="Unageo"/>
              </a:rPr>
              <a:t>WhatsApp: 317 430 </a:t>
            </a:r>
            <a:r>
              <a:rPr sz="1500" b="0" spc="-20">
                <a:solidFill>
                  <a:srgbClr val="FFFFFF"/>
                </a:solidFill>
                <a:latin typeface="Unageo light" pitchFamily="2" charset="0"/>
                <a:cs typeface="Unageo"/>
              </a:rPr>
              <a:t>3907</a:t>
            </a:r>
            <a:endParaRPr sz="1500">
              <a:latin typeface="Unageo light" pitchFamily="2" charset="0"/>
              <a:cs typeface="Unageo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B093A61-E504-9540-2ED5-0EEF05D2C95D}"/>
              </a:ext>
            </a:extLst>
          </p:cNvPr>
          <p:cNvSpPr txBox="1"/>
          <p:nvPr/>
        </p:nvSpPr>
        <p:spPr>
          <a:xfrm>
            <a:off x="7888550" y="2958665"/>
            <a:ext cx="2506980" cy="529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20"/>
              </a:spcBef>
            </a:pPr>
            <a:r>
              <a:rPr sz="2050">
                <a:latin typeface="Unageo light" pitchFamily="2" charset="0"/>
                <a:cs typeface="Unageo"/>
              </a:rPr>
              <a:t>Calle</a:t>
            </a:r>
            <a:r>
              <a:rPr sz="2050" spc="10">
                <a:latin typeface="Unageo light" pitchFamily="2" charset="0"/>
                <a:cs typeface="Unageo"/>
              </a:rPr>
              <a:t> </a:t>
            </a:r>
            <a:r>
              <a:rPr sz="2050">
                <a:latin typeface="Unageo light" pitchFamily="2" charset="0"/>
                <a:cs typeface="Unageo"/>
              </a:rPr>
              <a:t>80</a:t>
            </a:r>
            <a:r>
              <a:rPr sz="2050" spc="10">
                <a:latin typeface="Unageo light" pitchFamily="2" charset="0"/>
                <a:cs typeface="Unageo"/>
              </a:rPr>
              <a:t> </a:t>
            </a:r>
            <a:r>
              <a:rPr sz="2050">
                <a:latin typeface="Unageo light" pitchFamily="2" charset="0"/>
                <a:cs typeface="Unageo"/>
              </a:rPr>
              <a:t>Km</a:t>
            </a:r>
            <a:r>
              <a:rPr sz="2050" spc="15">
                <a:latin typeface="Unageo light" pitchFamily="2" charset="0"/>
                <a:cs typeface="Unageo"/>
              </a:rPr>
              <a:t> </a:t>
            </a:r>
            <a:r>
              <a:rPr sz="2050">
                <a:latin typeface="Unageo light" pitchFamily="2" charset="0"/>
                <a:cs typeface="Unageo"/>
              </a:rPr>
              <a:t>2</a:t>
            </a:r>
            <a:r>
              <a:rPr sz="2050" spc="10">
                <a:latin typeface="Unageo light" pitchFamily="2" charset="0"/>
                <a:cs typeface="Unageo"/>
              </a:rPr>
              <a:t> </a:t>
            </a:r>
            <a:r>
              <a:rPr sz="2050">
                <a:latin typeface="Unageo light" pitchFamily="2" charset="0"/>
                <a:cs typeface="Unageo"/>
              </a:rPr>
              <a:t>-</a:t>
            </a:r>
            <a:r>
              <a:rPr sz="2050" spc="10">
                <a:latin typeface="Unageo light" pitchFamily="2" charset="0"/>
                <a:cs typeface="Unageo"/>
              </a:rPr>
              <a:t> </a:t>
            </a:r>
            <a:r>
              <a:rPr sz="2050" spc="-20">
                <a:latin typeface="Unageo light" pitchFamily="2" charset="0"/>
                <a:cs typeface="Unageo"/>
              </a:rPr>
              <a:t>Cota</a:t>
            </a:r>
            <a:endParaRPr sz="2050">
              <a:latin typeface="Unageo light" pitchFamily="2" charset="0"/>
              <a:cs typeface="Unageo"/>
            </a:endParaRPr>
          </a:p>
          <a:p>
            <a:pPr marL="12700">
              <a:lnSpc>
                <a:spcPts val="1555"/>
              </a:lnSpc>
            </a:pPr>
            <a:r>
              <a:rPr sz="1350">
                <a:latin typeface="Unageo light" pitchFamily="2" charset="0"/>
                <a:cs typeface="Unageo"/>
              </a:rPr>
              <a:t>Parque Empresarial </a:t>
            </a:r>
            <a:r>
              <a:rPr sz="1350" spc="-10">
                <a:latin typeface="Unageo light" pitchFamily="2" charset="0"/>
                <a:cs typeface="Unageo"/>
              </a:rPr>
              <a:t>Tecnológico</a:t>
            </a:r>
            <a:endParaRPr sz="1350">
              <a:latin typeface="Unageo light" pitchFamily="2" charset="0"/>
              <a:cs typeface="Unageo"/>
            </a:endParaRPr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A3DDBFB1-DC9F-9347-C559-12F7D6D01FB8}"/>
              </a:ext>
            </a:extLst>
          </p:cNvPr>
          <p:cNvGrpSpPr/>
          <p:nvPr/>
        </p:nvGrpSpPr>
        <p:grpSpPr>
          <a:xfrm>
            <a:off x="7367802" y="3117150"/>
            <a:ext cx="219710" cy="281305"/>
            <a:chOff x="7367802" y="3117150"/>
            <a:chExt cx="219710" cy="281305"/>
          </a:xfrm>
        </p:grpSpPr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03D3B13-AC2D-ADD3-A6E6-70E693BFEAEF}"/>
                </a:ext>
              </a:extLst>
            </p:cNvPr>
            <p:cNvSpPr/>
            <p:nvPr/>
          </p:nvSpPr>
          <p:spPr>
            <a:xfrm>
              <a:off x="7367802" y="3117150"/>
              <a:ext cx="219710" cy="281305"/>
            </a:xfrm>
            <a:custGeom>
              <a:avLst/>
              <a:gdLst/>
              <a:ahLst/>
              <a:cxnLst/>
              <a:rect l="l" t="t" r="r" b="b"/>
              <a:pathLst>
                <a:path w="219709" h="281304">
                  <a:moveTo>
                    <a:pt x="100220" y="0"/>
                  </a:moveTo>
                  <a:lnTo>
                    <a:pt x="80778" y="3101"/>
                  </a:lnTo>
                  <a:lnTo>
                    <a:pt x="62992" y="9839"/>
                  </a:lnTo>
                  <a:lnTo>
                    <a:pt x="56618" y="15986"/>
                  </a:lnTo>
                  <a:lnTo>
                    <a:pt x="56038" y="22804"/>
                  </a:lnTo>
                  <a:lnTo>
                    <a:pt x="60088" y="28057"/>
                  </a:lnTo>
                  <a:lnTo>
                    <a:pt x="67602" y="29511"/>
                  </a:lnTo>
                  <a:lnTo>
                    <a:pt x="71755" y="28952"/>
                  </a:lnTo>
                  <a:lnTo>
                    <a:pt x="81076" y="23771"/>
                  </a:lnTo>
                  <a:lnTo>
                    <a:pt x="86779" y="22361"/>
                  </a:lnTo>
                  <a:lnTo>
                    <a:pt x="132160" y="22323"/>
                  </a:lnTo>
                  <a:lnTo>
                    <a:pt x="169038" y="42085"/>
                  </a:lnTo>
                  <a:lnTo>
                    <a:pt x="192994" y="75639"/>
                  </a:lnTo>
                  <a:lnTo>
                    <a:pt x="199607" y="116977"/>
                  </a:lnTo>
                  <a:lnTo>
                    <a:pt x="184454" y="160093"/>
                  </a:lnTo>
                  <a:lnTo>
                    <a:pt x="110896" y="252739"/>
                  </a:lnTo>
                  <a:lnTo>
                    <a:pt x="108356" y="253539"/>
                  </a:lnTo>
                  <a:lnTo>
                    <a:pt x="108343" y="252345"/>
                  </a:lnTo>
                  <a:lnTo>
                    <a:pt x="107899" y="251317"/>
                  </a:lnTo>
                  <a:lnTo>
                    <a:pt x="88894" y="228253"/>
                  </a:lnTo>
                  <a:lnTo>
                    <a:pt x="53234" y="183212"/>
                  </a:lnTo>
                  <a:lnTo>
                    <a:pt x="35191" y="160880"/>
                  </a:lnTo>
                  <a:lnTo>
                    <a:pt x="24001" y="138013"/>
                  </a:lnTo>
                  <a:lnTo>
                    <a:pt x="19661" y="113704"/>
                  </a:lnTo>
                  <a:lnTo>
                    <a:pt x="21895" y="89012"/>
                  </a:lnTo>
                  <a:lnTo>
                    <a:pt x="30429" y="64995"/>
                  </a:lnTo>
                  <a:lnTo>
                    <a:pt x="28003" y="58596"/>
                  </a:lnTo>
                  <a:lnTo>
                    <a:pt x="22804" y="55057"/>
                  </a:lnTo>
                  <a:lnTo>
                    <a:pt x="16664" y="55147"/>
                  </a:lnTo>
                  <a:lnTo>
                    <a:pt x="11417" y="59636"/>
                  </a:lnTo>
                  <a:lnTo>
                    <a:pt x="1558" y="86245"/>
                  </a:lnTo>
                  <a:lnTo>
                    <a:pt x="0" y="116204"/>
                  </a:lnTo>
                  <a:lnTo>
                    <a:pt x="5909" y="145807"/>
                  </a:lnTo>
                  <a:lnTo>
                    <a:pt x="18453" y="171345"/>
                  </a:lnTo>
                  <a:lnTo>
                    <a:pt x="102057" y="276717"/>
                  </a:lnTo>
                  <a:lnTo>
                    <a:pt x="105841" y="280743"/>
                  </a:lnTo>
                  <a:lnTo>
                    <a:pt x="112395" y="281098"/>
                  </a:lnTo>
                  <a:lnTo>
                    <a:pt x="116509" y="277364"/>
                  </a:lnTo>
                  <a:lnTo>
                    <a:pt x="139394" y="248255"/>
                  </a:lnTo>
                  <a:lnTo>
                    <a:pt x="162814" y="219533"/>
                  </a:lnTo>
                  <a:lnTo>
                    <a:pt x="185814" y="190523"/>
                  </a:lnTo>
                  <a:lnTo>
                    <a:pt x="207441" y="160550"/>
                  </a:lnTo>
                  <a:lnTo>
                    <a:pt x="219491" y="112054"/>
                  </a:lnTo>
                  <a:lnTo>
                    <a:pt x="210383" y="65373"/>
                  </a:lnTo>
                  <a:lnTo>
                    <a:pt x="182608" y="27040"/>
                  </a:lnTo>
                  <a:lnTo>
                    <a:pt x="138658" y="3590"/>
                  </a:lnTo>
                  <a:lnTo>
                    <a:pt x="119965" y="255"/>
                  </a:lnTo>
                  <a:lnTo>
                    <a:pt x="100220" y="0"/>
                  </a:lnTo>
                  <a:close/>
                </a:path>
              </a:pathLst>
            </a:custGeom>
            <a:solidFill>
              <a:srgbClr val="002E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72F65742-4139-3C47-CB08-8EC1ED30647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6045" y="3144392"/>
              <a:ext cx="139671" cy="140750"/>
            </a:xfrm>
            <a:prstGeom prst="rect">
              <a:avLst/>
            </a:prstGeom>
          </p:spPr>
        </p:pic>
      </p:grpSp>
      <p:sp>
        <p:nvSpPr>
          <p:cNvPr id="14" name="object 16486">
            <a:extLst>
              <a:ext uri="{FF2B5EF4-FFF2-40B4-BE49-F238E27FC236}">
                <a16:creationId xmlns:a16="http://schemas.microsoft.com/office/drawing/2014/main" id="{ED8D7B4B-F6FA-7E92-A8DC-1CA8647517C3}"/>
              </a:ext>
            </a:extLst>
          </p:cNvPr>
          <p:cNvSpPr/>
          <p:nvPr/>
        </p:nvSpPr>
        <p:spPr>
          <a:xfrm>
            <a:off x="4730813" y="3128454"/>
            <a:ext cx="170180" cy="283845"/>
          </a:xfrm>
          <a:custGeom>
            <a:avLst/>
            <a:gdLst/>
            <a:ahLst/>
            <a:cxnLst/>
            <a:rect l="l" t="t" r="r" b="b"/>
            <a:pathLst>
              <a:path w="170179" h="283845">
                <a:moveTo>
                  <a:pt x="97726" y="258394"/>
                </a:moveTo>
                <a:lnTo>
                  <a:pt x="97713" y="250355"/>
                </a:lnTo>
                <a:lnTo>
                  <a:pt x="97307" y="249555"/>
                </a:lnTo>
                <a:lnTo>
                  <a:pt x="94716" y="244424"/>
                </a:lnTo>
                <a:lnTo>
                  <a:pt x="89293" y="240906"/>
                </a:lnTo>
                <a:lnTo>
                  <a:pt x="89039" y="240906"/>
                </a:lnTo>
                <a:lnTo>
                  <a:pt x="89039" y="254444"/>
                </a:lnTo>
                <a:lnTo>
                  <a:pt x="87172" y="258165"/>
                </a:lnTo>
                <a:lnTo>
                  <a:pt x="81051" y="258394"/>
                </a:lnTo>
                <a:lnTo>
                  <a:pt x="79463" y="255473"/>
                </a:lnTo>
                <a:lnTo>
                  <a:pt x="78955" y="250977"/>
                </a:lnTo>
                <a:lnTo>
                  <a:pt x="78917" y="250685"/>
                </a:lnTo>
                <a:lnTo>
                  <a:pt x="82816" y="249555"/>
                </a:lnTo>
                <a:lnTo>
                  <a:pt x="87350" y="250494"/>
                </a:lnTo>
                <a:lnTo>
                  <a:pt x="89039" y="254444"/>
                </a:lnTo>
                <a:lnTo>
                  <a:pt x="89039" y="240906"/>
                </a:lnTo>
                <a:lnTo>
                  <a:pt x="81749" y="240563"/>
                </a:lnTo>
                <a:lnTo>
                  <a:pt x="74777" y="244246"/>
                </a:lnTo>
                <a:lnTo>
                  <a:pt x="71450" y="250355"/>
                </a:lnTo>
                <a:lnTo>
                  <a:pt x="71374" y="250494"/>
                </a:lnTo>
                <a:lnTo>
                  <a:pt x="71259" y="258699"/>
                </a:lnTo>
                <a:lnTo>
                  <a:pt x="75780" y="265379"/>
                </a:lnTo>
                <a:lnTo>
                  <a:pt x="82156" y="267982"/>
                </a:lnTo>
                <a:lnTo>
                  <a:pt x="89115" y="267322"/>
                </a:lnTo>
                <a:lnTo>
                  <a:pt x="94945" y="263829"/>
                </a:lnTo>
                <a:lnTo>
                  <a:pt x="97726" y="258394"/>
                </a:lnTo>
                <a:close/>
              </a:path>
              <a:path w="170179" h="283845">
                <a:moveTo>
                  <a:pt x="115227" y="26403"/>
                </a:moveTo>
                <a:lnTo>
                  <a:pt x="114998" y="19215"/>
                </a:lnTo>
                <a:lnTo>
                  <a:pt x="111112" y="18161"/>
                </a:lnTo>
                <a:lnTo>
                  <a:pt x="55600" y="18161"/>
                </a:lnTo>
                <a:lnTo>
                  <a:pt x="53479" y="26517"/>
                </a:lnTo>
                <a:lnTo>
                  <a:pt x="60934" y="27330"/>
                </a:lnTo>
                <a:lnTo>
                  <a:pt x="72732" y="26987"/>
                </a:lnTo>
                <a:lnTo>
                  <a:pt x="97180" y="27800"/>
                </a:lnTo>
                <a:lnTo>
                  <a:pt x="108788" y="27203"/>
                </a:lnTo>
                <a:lnTo>
                  <a:pt x="115227" y="26403"/>
                </a:lnTo>
                <a:close/>
              </a:path>
              <a:path w="170179" h="283845">
                <a:moveTo>
                  <a:pt x="169824" y="26644"/>
                </a:moveTo>
                <a:lnTo>
                  <a:pt x="167576" y="17081"/>
                </a:lnTo>
                <a:lnTo>
                  <a:pt x="162687" y="9283"/>
                </a:lnTo>
                <a:lnTo>
                  <a:pt x="162496" y="9118"/>
                </a:lnTo>
                <a:lnTo>
                  <a:pt x="160667" y="7658"/>
                </a:lnTo>
                <a:lnTo>
                  <a:pt x="160667" y="24028"/>
                </a:lnTo>
                <a:lnTo>
                  <a:pt x="160667" y="225475"/>
                </a:lnTo>
                <a:lnTo>
                  <a:pt x="19532" y="225475"/>
                </a:lnTo>
                <a:lnTo>
                  <a:pt x="20726" y="234594"/>
                </a:lnTo>
                <a:lnTo>
                  <a:pt x="160667" y="234594"/>
                </a:lnTo>
                <a:lnTo>
                  <a:pt x="160667" y="258254"/>
                </a:lnTo>
                <a:lnTo>
                  <a:pt x="159004" y="263182"/>
                </a:lnTo>
                <a:lnTo>
                  <a:pt x="156603" y="268109"/>
                </a:lnTo>
                <a:lnTo>
                  <a:pt x="150152" y="272910"/>
                </a:lnTo>
                <a:lnTo>
                  <a:pt x="145326" y="273354"/>
                </a:lnTo>
                <a:lnTo>
                  <a:pt x="18173" y="273354"/>
                </a:lnTo>
                <a:lnTo>
                  <a:pt x="9169" y="264680"/>
                </a:lnTo>
                <a:lnTo>
                  <a:pt x="9169" y="44361"/>
                </a:lnTo>
                <a:lnTo>
                  <a:pt x="149059" y="44361"/>
                </a:lnTo>
                <a:lnTo>
                  <a:pt x="151511" y="39801"/>
                </a:lnTo>
                <a:lnTo>
                  <a:pt x="149606" y="37071"/>
                </a:lnTo>
                <a:lnTo>
                  <a:pt x="146634" y="35242"/>
                </a:lnTo>
                <a:lnTo>
                  <a:pt x="9169" y="35242"/>
                </a:lnTo>
                <a:lnTo>
                  <a:pt x="9029" y="26644"/>
                </a:lnTo>
                <a:lnTo>
                  <a:pt x="9017" y="26035"/>
                </a:lnTo>
                <a:lnTo>
                  <a:pt x="11480" y="18313"/>
                </a:lnTo>
                <a:lnTo>
                  <a:pt x="11557" y="18072"/>
                </a:lnTo>
                <a:lnTo>
                  <a:pt x="17018" y="12141"/>
                </a:lnTo>
                <a:lnTo>
                  <a:pt x="25374" y="9118"/>
                </a:lnTo>
                <a:lnTo>
                  <a:pt x="144081" y="9118"/>
                </a:lnTo>
                <a:lnTo>
                  <a:pt x="149542" y="10490"/>
                </a:lnTo>
                <a:lnTo>
                  <a:pt x="154508" y="12306"/>
                </a:lnTo>
                <a:lnTo>
                  <a:pt x="158051" y="18313"/>
                </a:lnTo>
                <a:lnTo>
                  <a:pt x="160667" y="24028"/>
                </a:lnTo>
                <a:lnTo>
                  <a:pt x="160667" y="7658"/>
                </a:lnTo>
                <a:lnTo>
                  <a:pt x="155498" y="3517"/>
                </a:lnTo>
                <a:lnTo>
                  <a:pt x="146354" y="0"/>
                </a:lnTo>
                <a:lnTo>
                  <a:pt x="22542" y="215"/>
                </a:lnTo>
                <a:lnTo>
                  <a:pt x="0" y="259130"/>
                </a:lnTo>
                <a:lnTo>
                  <a:pt x="2197" y="267182"/>
                </a:lnTo>
                <a:lnTo>
                  <a:pt x="7327" y="274459"/>
                </a:lnTo>
                <a:lnTo>
                  <a:pt x="14351" y="279895"/>
                </a:lnTo>
                <a:lnTo>
                  <a:pt x="22225" y="282473"/>
                </a:lnTo>
                <a:lnTo>
                  <a:pt x="52781" y="281889"/>
                </a:lnTo>
                <a:lnTo>
                  <a:pt x="115023" y="283438"/>
                </a:lnTo>
                <a:lnTo>
                  <a:pt x="154762" y="279895"/>
                </a:lnTo>
                <a:lnTo>
                  <a:pt x="162801" y="273354"/>
                </a:lnTo>
                <a:lnTo>
                  <a:pt x="167373" y="266280"/>
                </a:lnTo>
                <a:lnTo>
                  <a:pt x="169799" y="256819"/>
                </a:lnTo>
                <a:lnTo>
                  <a:pt x="169824" y="26644"/>
                </a:lnTo>
                <a:close/>
              </a:path>
            </a:pathLst>
          </a:custGeom>
          <a:solidFill>
            <a:srgbClr val="002E4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7808378"/>
      </p:ext>
    </p:extLst>
  </p:cSld>
  <p:clrMapOvr>
    <a:masterClrMapping/>
  </p:clrMapOvr>
</p:sld>
</file>

<file path=ppt/theme/theme1.xml><?xml version="1.0" encoding="utf-8"?>
<a:theme xmlns:a="http://schemas.openxmlformats.org/drawingml/2006/main" name="Firma_I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rma_IM" id="{91A120B6-805F-4AB6-B15A-0E73B2B59126}" vid="{20DCD621-B7DE-44E2-A0E6-07D75E2022D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D66913FB2113043840E59DE34D09055" ma:contentTypeVersion="13" ma:contentTypeDescription="Crear nuevo documento." ma:contentTypeScope="" ma:versionID="2882b1b586bfe5a62c4355ea3c93b6ec">
  <xsd:schema xmlns:xsd="http://www.w3.org/2001/XMLSchema" xmlns:xs="http://www.w3.org/2001/XMLSchema" xmlns:p="http://schemas.microsoft.com/office/2006/metadata/properties" xmlns:ns2="48960525-e8c6-4e74-8308-f473bc536698" xmlns:ns3="b478d8c7-c775-4ab2-b31d-9867f383753e" targetNamespace="http://schemas.microsoft.com/office/2006/metadata/properties" ma:root="true" ma:fieldsID="b53c2cb395adf733fb85d66ee3b21797" ns2:_="" ns3:_="">
    <xsd:import namespace="48960525-e8c6-4e74-8308-f473bc536698"/>
    <xsd:import namespace="b478d8c7-c775-4ab2-b31d-9867f3837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960525-e8c6-4e74-8308-f473bc5366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72383ee8-56b9-4a19-8349-6b64a83737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78d8c7-c775-4ab2-b31d-9867f383753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1b4fb85-4f7f-45e4-a915-98466a2a19c5}" ma:internalName="TaxCatchAll" ma:showField="CatchAllData" ma:web="b478d8c7-c775-4ab2-b31d-9867f38375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960525-e8c6-4e74-8308-f473bc536698">
      <Terms xmlns="http://schemas.microsoft.com/office/infopath/2007/PartnerControls"/>
    </lcf76f155ced4ddcb4097134ff3c332f>
    <TaxCatchAll xmlns="b478d8c7-c775-4ab2-b31d-9867f383753e" xsi:nil="true"/>
  </documentManagement>
</p:properties>
</file>

<file path=customXml/itemProps1.xml><?xml version="1.0" encoding="utf-8"?>
<ds:datastoreItem xmlns:ds="http://schemas.openxmlformats.org/officeDocument/2006/customXml" ds:itemID="{BAE6EE84-65EF-4B28-B887-5F0F1FC3D6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960525-e8c6-4e74-8308-f473bc536698"/>
    <ds:schemaRef ds:uri="b478d8c7-c775-4ab2-b31d-9867f38375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31D127-09C0-43C0-9010-46781FC3F4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CEB238-7E16-4AE6-AEA2-F2306670C5B5}">
  <ds:schemaRefs>
    <ds:schemaRef ds:uri="http://schemas.microsoft.com/office/2006/metadata/properties"/>
    <ds:schemaRef ds:uri="http://schemas.microsoft.com/office/infopath/2007/PartnerControls"/>
    <ds:schemaRef ds:uri="48960525-e8c6-4e74-8308-f473bc536698"/>
    <ds:schemaRef ds:uri="b478d8c7-c775-4ab2-b31d-9867f383753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33</Words>
  <Application>Microsoft Office PowerPoint</Application>
  <PresentationFormat>Personalizado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Bebas Neue Bold</vt:lpstr>
      <vt:lpstr>Calibri</vt:lpstr>
      <vt:lpstr>Unageo</vt:lpstr>
      <vt:lpstr>Unageo light</vt:lpstr>
      <vt:lpstr>Firma_IM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Firma E</dc:title>
  <dc:creator>Daniela Ortega Macias</dc:creator>
  <cp:lastModifiedBy>Daniel Felipe Medina Garzon</cp:lastModifiedBy>
  <cp:revision>2</cp:revision>
  <dcterms:created xsi:type="dcterms:W3CDTF">2026-03-03T20:14:06Z</dcterms:created>
  <dcterms:modified xsi:type="dcterms:W3CDTF">2026-08-04T16:46:56Z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2026-03-03T00:00:00Z</vt:filetime>
  </property>
  <property fmtid="{D5CDD505-2E9C-101B-9397-08002B2CF9AE}" pid="3" name="Creator">
    <vt:lpwstr>Adobe Illustrator 30.2 (Windows)</vt:lpwstr>
  </property>
  <property fmtid="{D5CDD505-2E9C-101B-9397-08002B2CF9AE}" pid="4" name="CreatorVersion">
    <vt:lpwstr>21.0.0</vt:lpwstr>
  </property>
  <property fmtid="{D5CDD505-2E9C-101B-9397-08002B2CF9AE}" pid="5" name="LastSaved">
    <vt:filetime>2026-03-03T00:00:00Z</vt:filetime>
  </property>
  <property fmtid="{D5CDD505-2E9C-101B-9397-08002B2CF9AE}" pid="6" name="Producer">
    <vt:lpwstr>Adobe PDF library 18.00</vt:lpwstr>
  </property>
  <property fmtid="{D5CDD505-2E9C-101B-9397-08002B2CF9AE}" pid="7" name="ContentTypeId">
    <vt:lpwstr>0x0101008D66913FB2113043840E59DE34D09055</vt:lpwstr>
  </property>
  <property fmtid="{D5CDD505-2E9C-101B-9397-08002B2CF9AE}" pid="8" name="MediaServiceImageTags">
    <vt:lpwstr/>
  </property>
</Properties>
</file>